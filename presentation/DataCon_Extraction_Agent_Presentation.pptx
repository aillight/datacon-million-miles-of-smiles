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961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DataCon Extraction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78638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Помогает превратить научную PDF-статью в проверяемую таблицу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788920"/>
            <a:ext cx="1901952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953512"/>
            <a:ext cx="175564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PDF-статья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302666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1488" y="2788920"/>
            <a:ext cx="1901952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953512"/>
            <a:ext cx="175564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302666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2788920"/>
            <a:ext cx="1901952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2953512"/>
            <a:ext cx="175564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8272" y="302666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788920"/>
            <a:ext cx="1901952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953512"/>
            <a:ext cx="175564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Чистый 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493776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1605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25112"/>
            <a:ext cx="45354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делает система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690872"/>
            <a:ext cx="453542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Берёт статью, находит в ней данные, проверяет их и показывает, откуда взялась каждая строка.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4160520"/>
            <a:ext cx="52578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416052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4325112"/>
            <a:ext cx="4855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идея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4690872"/>
            <a:ext cx="4855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предлагает кандидатов, а валидаторы и интерфейс помогают понять: строке можно доверять или её нужно отклонить.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6172200"/>
            <a:ext cx="29260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DataCon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 ПРОЕКТА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получилось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6616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81912"/>
            <a:ext cx="31638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947672"/>
            <a:ext cx="316382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Локальный инструмент, который превращает сложную научную статью в понятный и проверяемый CSV.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56616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31638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Подход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947672"/>
            <a:ext cx="316382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Несколько специализированных агентов: читают PDF, выбирают контекст, извлекают строки, проверяют и собирают результат.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2004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41732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581912"/>
            <a:ext cx="27980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0768" y="1947672"/>
            <a:ext cx="279806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Рабочий Streamlit-интерфейс, CLI-запуск, выгрузки CSV/JSON, документация и воспроизводимый локальный проект.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490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LLM-провайдера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типа данных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354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354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простой интерфейс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ЗАЧЕМ ЭТО НУЖНО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80060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статьях нужные числа размазаны по тексту, таблицам, формулам и изображениям.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модель может красиво заполнить JSON, но ошибиться в SMILES, формуле или единицах измерения.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Нужен не просто CSV, а результат, который можно быстро проверить и повторить.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 видеть не только принятые строки, но и то, что система отклонила.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870509" cy="566928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1993392"/>
            <a:ext cx="72420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33565" y="202082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43293" y="1828800"/>
            <a:ext cx="870509" cy="566928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6445" y="1993392"/>
            <a:ext cx="72420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шум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0378" y="202082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0106" y="1828800"/>
            <a:ext cx="870509" cy="566928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3258" y="1993392"/>
            <a:ext cx="72420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unit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67190" y="202082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76918" y="1828800"/>
            <a:ext cx="870509" cy="566928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0070" y="1993392"/>
            <a:ext cx="72420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плохая формула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84003" y="2020824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93731" y="1828800"/>
            <a:ext cx="870509" cy="566928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66883" y="1993392"/>
            <a:ext cx="72420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 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971800"/>
            <a:ext cx="49377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97180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3136392"/>
            <a:ext cx="45354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Ключевой риск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3502152"/>
            <a:ext cx="453542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evidence и rejected rows трудно понять, где проблема: в модели, в PDF-парсинге или в правилах проверки.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 какими данными работает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12080" cy="2971800"/>
          </a:xfrm>
          <a:prstGeom prst="roundRect">
            <a:avLst>
              <a:gd name="adj" fmla="val 123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4809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Малые молекулы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4809744" cy="2258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Например Oxazolidinones / Benzimidazoles.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извлекает compound id, SMILES, свойство, значение и unit.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SMILES проверяется через RDKit.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212080" cy="2971800"/>
          </a:xfrm>
          <a:prstGeom prst="roundRect">
            <a:avLst>
              <a:gd name="adj" fmla="val 123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17320"/>
            <a:ext cx="73152" cy="2971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581912"/>
            <a:ext cx="4809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Наноматериалы и катализаторы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1947672"/>
            <a:ext cx="4809744" cy="2258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Формулы материалов и экспериментальные свойства: размеры, Km, Vmax, yield, conversion, selectivity.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Проверяются формулы и физический смысл значений.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942332"/>
            <a:ext cx="19568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SMILES -&gt; canonical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57600" y="489204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4942332"/>
            <a:ext cx="19568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-&gt; normalized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400800" y="489204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942332"/>
            <a:ext cx="22311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+ table + vision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235440" y="48920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4942332"/>
            <a:ext cx="18653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+ evidence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 этим работать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2763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Выбрать домен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27325" y="17145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37053" y="146304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0205" y="162763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Загрузить PDF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7138" y="17145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6866" y="146304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0018" y="162763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Выбрать модель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46950" y="17145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6678" y="146304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9830" y="162763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 ключ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06763" y="17145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6491" y="146304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9643" y="162763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Нажать Run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2743200"/>
            <a:ext cx="49834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74320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Минимум действий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3273552"/>
            <a:ext cx="45811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делает несколько понятных шагов. Тонкие настройки спрятаны в Advanced и не мешают основному сценарию.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49834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74320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Ключи без настройки системы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0528" y="3273552"/>
            <a:ext cx="45811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API-ключ можно вставить прямо в интерфейс на один запуск или положить в `.env`. В репозиторий секреты не попадают.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4617720"/>
            <a:ext cx="104241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61772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4782312"/>
            <a:ext cx="100218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запуска всё видно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9848" y="5148072"/>
            <a:ext cx="10021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таблица, отклонённые строки, конфликты, evidence, путь агентов и технический лог доступны в отдельных вкладках.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УСТРОЕНО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пайплайна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Читаем PDF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73075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2803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5955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Чистим текст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61519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1247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4399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Режем на чанки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49962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9690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2842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Выбираем важное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38406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8134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1286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Извлекаем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26849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577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9729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15293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5021" y="1417320"/>
            <a:ext cx="144213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8173" y="1581912"/>
            <a:ext cx="129583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Собираем CSV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2514600"/>
            <a:ext cx="246888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251460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679192"/>
            <a:ext cx="20665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Чтение PDF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3044952"/>
            <a:ext cx="2066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Docling/Camelot достают текст, таблицы и предупреждения о проблемах парсинга.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2514600"/>
            <a:ext cx="246888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251460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2679192"/>
            <a:ext cx="20665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Выбор контекста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30168" y="3044952"/>
            <a:ext cx="2066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выбирает куски статьи, где с высокой вероятностью есть нужные значения.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514600"/>
            <a:ext cx="246888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51460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2679192"/>
            <a:ext cx="20665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Извлечение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27648" y="3044952"/>
            <a:ext cx="2066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возвращает строки в строгом формате, чтобы их можно было проверить программно.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23960" y="2514600"/>
            <a:ext cx="246888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23960" y="251460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25128" y="2679192"/>
            <a:ext cx="20665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Сборка результата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025128" y="3044952"/>
            <a:ext cx="2066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убирает дубли, решает конфликты и готовит итоговые таблицы.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" y="4572000"/>
            <a:ext cx="105613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принцип: модель не является последней инстанцией. Каждая строка проходит проверку и оставляет след.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КТО ЧТО ДЕЛАЕТ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агентов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1546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81912"/>
            <a:ext cx="2752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9476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читает PDF и готовит текст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1546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17320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581912"/>
            <a:ext cx="2752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9476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выбирает нужный сценарий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1546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417320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581912"/>
            <a:ext cx="2752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85048" y="19476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находит важные фрагменты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017520"/>
            <a:ext cx="31546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01752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182112"/>
            <a:ext cx="2752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ExtractorValidatorAgent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35478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извлекает и перепроверяет строки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017520"/>
            <a:ext cx="31546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017520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182112"/>
            <a:ext cx="2752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81728" y="35478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работает с картинками и scale bar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83880" y="3017520"/>
            <a:ext cx="31546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01752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3182112"/>
            <a:ext cx="2752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AggregatorAgent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85048" y="35478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собирает финальные таблицы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10424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Вкладка Agents показывает, какой этап что сделал, где были предупреждения и сколько данных прошло дальше.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ЦИКЛ ПРОВЕРКИ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Цикл извлечения и валидации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8191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Чанк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27325" y="166878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37053" y="141732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0205" y="158191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7138" y="166878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6866" y="141732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0018" y="158191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Строгая схема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46950" y="166878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6678" y="141732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9830" y="158191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Python-проверка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06763" y="166878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6491" y="1417320"/>
            <a:ext cx="2013509" cy="6858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9643" y="1581912"/>
            <a:ext cx="1867205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Повтор или готово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2743200"/>
            <a:ext cx="466344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743200"/>
            <a:ext cx="73152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2907792"/>
            <a:ext cx="42611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molecules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73552"/>
            <a:ext cx="4261104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Критик: RDKit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Проверяет SMILES, канонизирует, ловит ошибки колец/валентности, исключает дубли.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2743200"/>
            <a:ext cx="466344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743200"/>
            <a:ext cx="73152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2907792"/>
            <a:ext cx="42611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Nano / catalyst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01968" y="3273552"/>
            <a:ext cx="4261104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Критик: formula + sanity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Проверяет формулы, физические величины, допустимость endpoint и отправляет плохие строки в Rejected.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проверка нашла ошибку, система даёт модели ещё одну попытку и прямо сообщает, что нужно исправить.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МЕНЬШЕ ШУМА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выбирается контекст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29184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73352"/>
            <a:ext cx="28895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039112"/>
            <a:ext cx="288950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Быстрый локальный вариант. Хорошо подходит как стабильный default.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29184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50876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73352"/>
            <a:ext cx="28895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HF embeddings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039112"/>
            <a:ext cx="288950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есть HF_TOKEN, можно включить семантический поиск по смыслу, а не только по словам.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29184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50876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73352"/>
            <a:ext cx="28895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Прозрачность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2039112"/>
            <a:ext cx="288950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 вкладке Chunks видно, какие фрагменты выбраны и почему они попали в обработку.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0" y="3886200"/>
            <a:ext cx="1993392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4050792"/>
            <a:ext cx="184708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чанки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58768" y="41148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68496" y="3886200"/>
            <a:ext cx="1993392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4050792"/>
            <a:ext cx="184708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98464" y="41148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3886200"/>
            <a:ext cx="1993392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4050792"/>
            <a:ext cx="184708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3886200"/>
            <a:ext cx="1993392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050792"/>
            <a:ext cx="184708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 модели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Зачем: модель читает не всю статью подряд, а наиболее вероятные места с результатами, таблицами и экспериментом.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ИЗОБРАЖЕНИЯ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даёт компьютерное зрение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80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43982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делает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439826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смотрит на страницы статьи как на изображения: выделяет панели, ищет scale bar и оценивает размеры частиц.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480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41732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581912"/>
            <a:ext cx="43982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это становится данными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7648" y="1947672"/>
            <a:ext cx="439826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найден материал из текста, измерение с картинки добавляется как отдельная строка `particle diameter`.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1931213" cy="64008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730752"/>
            <a:ext cx="178490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страница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2189" y="37947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1917" y="3566160"/>
            <a:ext cx="1931213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5069" y="3730752"/>
            <a:ext cx="178490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панель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9706" y="37947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9434" y="3566160"/>
            <a:ext cx="1931213" cy="64008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2586" y="3730752"/>
            <a:ext cx="178490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bar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37222" y="37947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6950" y="3566160"/>
            <a:ext cx="1931213" cy="64008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0102" y="3730752"/>
            <a:ext cx="178490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частицы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14739" y="37947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4467" y="3566160"/>
            <a:ext cx="1931213" cy="64008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7619" y="3730752"/>
            <a:ext cx="178490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строка данных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5074920"/>
            <a:ext cx="99669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масштаба или материала не хватает, система не делает вид, что всё хорошо: строка уходит в Rejected с причиной.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ЛОГИКА ВЫХОДА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получается чистый CSV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383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Убираем дубли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2980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Одинаковые молекулы или материалы собираются вместе, чтобы в итоговой таблице не было повторов.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83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Выбираем надёжный источник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947672"/>
            <a:ext cx="2980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Табличные значения обычно точнее текста, поэтому получают более высокий приоритет.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1732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прячем расхождения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1947672"/>
            <a:ext cx="2980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значения конфликтуют, выбранная строка идёт в Results, а альтернативы остаются в Conflicts.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3794760"/>
            <a:ext cx="1839773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3959352"/>
            <a:ext cx="169346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проверенные строки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9349" y="40233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9077" y="3794760"/>
            <a:ext cx="1839773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2229" y="3959352"/>
            <a:ext cx="169346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нормализация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05426" y="40233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5154" y="3794760"/>
            <a:ext cx="1839773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8306" y="3959352"/>
            <a:ext cx="169346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приоритет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1502" y="40233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01230" y="3794760"/>
            <a:ext cx="1839773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4382" y="3959352"/>
            <a:ext cx="169346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дедупликация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77579" y="40233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7307" y="3794760"/>
            <a:ext cx="1839773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0459" y="3959352"/>
            <a:ext cx="1693469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clean.csv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ДОВЕРИЕ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Оценка качества и источник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9834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45811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quality_score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458114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Быстрый ориентир 0-100: насколько строка выглядит надёжной по источнику, unit, evidence и валидному идентификатору.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49834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1732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581912"/>
            <a:ext cx="45811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quality_flags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1947672"/>
            <a:ext cx="458114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Короткие метки вроде `from_table`, `valid_formula`, `has_unit`, `has_evidence` объясняют, из чего сложился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49834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22192"/>
            <a:ext cx="45811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187952"/>
            <a:ext cx="45811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каждой принятой строки можно открыть полный фрагмент статьи, из которого взято значение.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5760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822192"/>
            <a:ext cx="45811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4187952"/>
            <a:ext cx="45811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Неподходящие строки не исчезают: сохраняются причина, валидатор и исходный фрагмент.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ИНТЕРФЕЙС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видит пользователь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48640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Слева: домен, PDF, модель, запуск и временные API-ключи.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Advanced: размер контекста, число попыток, retrieval, модели и параметры vision.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центре: Results, Evidence, Rejected, Conflicts, Vision, Agents, Chunks, Log, Markdown.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каждой вкладке с таблицей есть download-кнопка и локальная CSV-копия.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0" y="1828800"/>
            <a:ext cx="438912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828800"/>
            <a:ext cx="73152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568" y="1993392"/>
            <a:ext cx="39867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Принцип интерфейса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30568" y="2359152"/>
            <a:ext cx="3986784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сначала видит результат, а диагностика остаётся рядом: её легко открыть, но она не перегружает основной сценарий.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29400" y="4160520"/>
            <a:ext cx="987552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4325112"/>
            <a:ext cx="84124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53528" y="43662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63256" y="4160520"/>
            <a:ext cx="987552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4325112"/>
            <a:ext cx="84124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7384" y="43662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97112" y="4160520"/>
            <a:ext cx="987552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264" y="4325112"/>
            <a:ext cx="84124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436626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30968" y="4160520"/>
            <a:ext cx="987552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4120" y="4325112"/>
            <a:ext cx="84124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API-провайдеры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004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27980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 Face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2798064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`HF_TOKEN`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Подходит для open-weight моделей и embedding retrieval.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2004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17320"/>
            <a:ext cx="731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581912"/>
            <a:ext cx="27980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947672"/>
            <a:ext cx="2798064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`OPENROUTER_API_KEY`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Удобный единый вход к разным моделям. Работает и для малых молекул, и для наноматериалов.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2004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17320"/>
            <a:ext cx="73152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581912"/>
            <a:ext cx="27980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1947672"/>
            <a:ext cx="2798064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`OPENAI_API_KEY`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Используется structured output. Сейчас включён для small-molecule сценария.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4251960"/>
            <a:ext cx="101498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25196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4416552"/>
            <a:ext cx="97475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Удобство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" y="4782312"/>
            <a:ext cx="974750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 можно вставить в UI на один запуск или хранить в `.env`, Streamlit secrets либо системных переменных.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ВОСПРОИЗВОДИМОСТЬ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и артефакты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.venv\Scripts\python.exe scripts\run_article_pipeline.py article.pdf --domain Nanozymes --extractor openrouter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56489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clean.csv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611880" y="251460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56489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rejected.csv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56489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conflicts.csv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9098280" y="251460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256489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prepared.md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868680" y="329184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34213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chunks.json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611880" y="329184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34213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retrieval.json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355080" y="329184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4213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agent_trace.json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098280" y="3291840"/>
            <a:ext cx="2148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3342132"/>
            <a:ext cx="2002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manifest.json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960120" y="4754880"/>
            <a:ext cx="10149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754880"/>
            <a:ext cx="73152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4919472"/>
            <a:ext cx="97475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это важно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61288" y="5285232"/>
            <a:ext cx="97475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можно не только скачать, но и восстановить: параметры запуска, выбранные чанки, ошибки и итоговые таблицы лежат рядом.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Текущее качество инженерной части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теста проходят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секретов в файлах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294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слайдов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отвечает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10058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Тесты покрывают extraction graph, nano validation, aggregation, retrieval, UI pipeline и CLI artifacts.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Секреты не коммитятся: `.env` в `.gitignore`, перед push проверяется отсутствие ключей в файлах.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описывает запуск, API-ключи, UI, CLI, архитектуру и ограничения.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РУЧНАЯ ПРОВЕРКА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читать результат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1350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81912"/>
            <a:ext cx="186720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27325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37053" y="1417320"/>
            <a:ext cx="201350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0205" y="1581912"/>
            <a:ext cx="186720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7138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6866" y="1417320"/>
            <a:ext cx="201350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0018" y="1581912"/>
            <a:ext cx="186720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46950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6678" y="1417320"/>
            <a:ext cx="201350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9830" y="1581912"/>
            <a:ext cx="186720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06763" y="164592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6491" y="1417320"/>
            <a:ext cx="2013509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9643" y="1581912"/>
            <a:ext cx="1867205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606040"/>
            <a:ext cx="333756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60604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2770632"/>
            <a:ext cx="29352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136392"/>
            <a:ext cx="29352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То, что система считает готовым результатом: объект, свойство, значение, unit, источник и оценка качества.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2606040"/>
            <a:ext cx="333756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60604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770632"/>
            <a:ext cx="29352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36008" y="3136392"/>
            <a:ext cx="29352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Фрагмент статьи, который помогает быстро проверить выбранную строку руками.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2606040"/>
            <a:ext cx="333756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260604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2770632"/>
            <a:ext cx="29352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7888" y="3136392"/>
            <a:ext cx="29352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То, что модель предложила, но система не пропустила из-за схемы, формулы, unit или sanity-check.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920240" y="4617720"/>
            <a:ext cx="8321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4617720"/>
            <a:ext cx="73152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1408" y="4782312"/>
            <a:ext cx="79187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 + Agents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121408" y="5148072"/>
            <a:ext cx="7918704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 показывают спорные значения, Agents объясняет, через какие этапы прошла статья.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Ограничения и честные риски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parsing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Сложные PDF и отсутствие Ghostscript могут ухудшать таблицы. Есть fallback, но качество источника всё равно важно.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variability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9476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Модели иногда возвращают неполные поля. Такие строки не попадают в clean CSV молча, а уходят в Rejected.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173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19476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зависит от качества изображений, scale bar и связи картинки с материалом из текста.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3886200"/>
            <a:ext cx="1014984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88620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4050792"/>
            <a:ext cx="97475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управляем риском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" y="4416552"/>
            <a:ext cx="9747504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отклонённые строки, конфликты, путь агентов и тесты делают ошибки видимыми и проверяемыми.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ДАЛЬШЕ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можно усилить дальше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tab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Загрузить эталонный CSV и сразу видеть precision, recall, F1, missed и extra rows.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Автовосстановление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9476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Пытаться восстанавливать пустые formula или unit из evidence и соседних строк, прежде чем отправлять строку в Rejected.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1732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5819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fallback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19476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 второй способ рендера PDF, если основной CV-путь не смог открыть документ.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4747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4747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6393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Профили моделей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40050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Сделать готовые режимы: free, fast, accurate, чтобы не вводить model id вручную.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34747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47472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36393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Единый отчёт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36008" y="40050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Экспортировать HTML/Markdown-отчёт: Results, Evidence, Agents, Manifest и предупреждения.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347472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47472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3639312"/>
            <a:ext cx="29809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доменов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47888" y="4005072"/>
            <a:ext cx="298094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Расширить правила и схемы под другие предметные области и типы статей.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Финальный вывод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64465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DataCon Extraction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 превращает PDF-статью в проверяемый CSV, а не просто в ответ LLM.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051560" y="2834640"/>
            <a:ext cx="1894637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999232"/>
            <a:ext cx="1748333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Простой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82773" y="30861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2501" y="2834640"/>
            <a:ext cx="1894637" cy="6858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5653" y="2999232"/>
            <a:ext cx="1748333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Путь агентов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3714" y="30861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3442" y="2834640"/>
            <a:ext cx="1894637" cy="6858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6594" y="2999232"/>
            <a:ext cx="1748333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4654" y="30861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4382" y="2834640"/>
            <a:ext cx="1894637" cy="6858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7534" y="2999232"/>
            <a:ext cx="1748333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05595" y="3086100"/>
            <a:ext cx="73152" cy="182880"/>
          </a:xfrm>
          <a:prstGeom prst="rightArrow">
            <a:avLst/>
          </a:prstGeom>
          <a:solidFill>
            <a:srgbClr val="D6DDE8"/>
          </a:solidFill>
          <a:ln w="12700">
            <a:solidFill>
              <a:srgbClr val="D6DDE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15323" y="2834640"/>
            <a:ext cx="1894637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8475" y="2999232"/>
            <a:ext cx="1748333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Чистый 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4434840"/>
            <a:ext cx="996696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443484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4599432"/>
            <a:ext cx="9564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ценность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965192"/>
            <a:ext cx="956462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делает извлечение данных прозрачным: видно, что принято, что отклонено, почему и из какого фрагмента статьи.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DataCon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DataCon Extraction Agent</dc:title>
  <dc:subject>Multi-agent PDF extraction pipeline for chemistry article data</dc:subject>
  <dc:creator>DataCon Extraction Agent</dc:creator>
  <cp:lastModifiedBy>DataCon Extraction Agent</cp:lastModifiedBy>
  <cp:revision>1</cp:revision>
  <dcterms:created xsi:type="dcterms:W3CDTF">2026-06-28T09:20:38Z</dcterms:created>
  <dcterms:modified xsi:type="dcterms:W3CDTF">2026-06-28T09:20:38Z</dcterms:modified>
</cp:coreProperties>
</file>